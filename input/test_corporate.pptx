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Stratégie Q3 2025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 Revenue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Chiffre d'affaires +15%</a:t>
            </a:r>
          </a:p>
          <a:p>
            <a:r>
              <a:t>• ROI amélioré</a:t>
            </a:r>
          </a:p>
          <a:p>
            <a:r>
              <a:t>• Budget optimisé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Croissance du marché observée sur les 3 derniers trimestres.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Phase 1 : Q1</a:t>
            </a:r>
          </a:p>
          <a:p>
            <a:r>
              <a:t>• Phase 2 : Q2</a:t>
            </a:r>
          </a:p>
          <a:p>
            <a:r>
              <a:t>• Phase 3 : Q3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Merci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