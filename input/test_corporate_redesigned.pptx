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5200" b="1">
                <a:solidFill>
                  <a:srgbClr val="C8A84B"/>
                </a:solidFill>
                <a:latin typeface="Georgia"/>
              </a:rPr>
              <a:t>Stratégie Q3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03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KPI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1C2B3A"/>
                </a:solidFill>
                <a:latin typeface="Trebuchet MS"/>
              </a:rPr>
              <a:t>— Chiffre d'affaires +15%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ROI amélioré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1C2B3A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583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1C2B3A"/>
                </a:solidFill>
                <a:latin typeface="Trebuchet MS"/>
              </a:rPr>
              <a:t>— Phase 1 : Q1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Phase 2 : Q2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Phase 3 : Q3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5200" b="1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68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