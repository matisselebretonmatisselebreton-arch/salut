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5200" b="1">
                <a:solidFill>
                  <a:srgbClr val="C8A84B"/>
                </a:solidFill>
                <a:latin typeface="Georgia"/>
              </a:rPr>
              <a:t>Stratégie Q3 2025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81800"/>
            <a:ext cx="9144000" cy="762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dur="457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A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1C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solidFill>
                  <a:srgbClr val="FFFFFF"/>
                </a:solidFill>
                <a:latin typeface="Georgia"/>
              </a:rPr>
              <a:t>KPI Revenue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>
                <a:solidFill>
                  <a:srgbClr val="1C2B3A"/>
                </a:solidFill>
                <a:latin typeface="Trebuchet MS"/>
              </a:rPr>
              <a:t>— Chiffre d'affaires +15%</a:t>
            </a:r>
          </a:p>
          <a:p>
            <a:r>
              <a:rPr sz="1800">
                <a:solidFill>
                  <a:srgbClr val="1C2B3A"/>
                </a:solidFill>
                <a:latin typeface="Trebuchet MS"/>
              </a:rPr>
              <a:t>— ROI amélioré</a:t>
            </a:r>
          </a:p>
          <a:p>
            <a:r>
              <a:rPr sz="1800">
                <a:solidFill>
                  <a:srgbClr val="1C2B3A"/>
                </a:solidFill>
                <a:latin typeface="Trebuchet MS"/>
              </a:rPr>
              <a:t>— Budget optimisé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81800"/>
            <a:ext cx="9144000" cy="762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1C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solidFill>
                  <a:srgbClr val="FFFFFF"/>
                </a:solidFill>
                <a:latin typeface="Georgia"/>
              </a:rPr>
              <a:t>Market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>
                <a:solidFill>
                  <a:srgbClr val="1C2B3A"/>
                </a:solidFill>
                <a:latin typeface="Trebuchet MS"/>
              </a:rPr>
              <a:t>Croissance du marché observée sur les 3 derniers trimestres.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81800"/>
            <a:ext cx="9144000" cy="762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dur="652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A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1C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solidFill>
                  <a:srgbClr val="FFFFFF"/>
                </a:solidFill>
                <a:latin typeface="Georgia"/>
              </a:rPr>
              <a:t>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>
                <a:solidFill>
                  <a:srgbClr val="1C2B3A"/>
                </a:solidFill>
                <a:latin typeface="Trebuchet MS"/>
              </a:rPr>
              <a:t>— Phase 1 : Q1</a:t>
            </a:r>
          </a:p>
          <a:p>
            <a:r>
              <a:rPr sz="1800">
                <a:solidFill>
                  <a:srgbClr val="1C2B3A"/>
                </a:solidFill>
                <a:latin typeface="Trebuchet MS"/>
              </a:rPr>
              <a:t>— Phase 2 : Q2</a:t>
            </a:r>
          </a:p>
          <a:p>
            <a:r>
              <a:rPr sz="1800">
                <a:solidFill>
                  <a:srgbClr val="1C2B3A"/>
                </a:solidFill>
                <a:latin typeface="Trebuchet MS"/>
              </a:rPr>
              <a:t>— Phase 3 : Q3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81800"/>
            <a:ext cx="9144000" cy="762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5200" b="1">
                <a:solidFill>
                  <a:srgbClr val="C8A84B"/>
                </a:solidFill>
                <a:latin typeface="Georgia"/>
              </a:rPr>
              <a:t>Merci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81800"/>
            <a:ext cx="9144000" cy="762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dur="69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