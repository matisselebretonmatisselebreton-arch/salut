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solidFill>
                  <a:srgbClr val="C8A84B"/>
                </a:solidFill>
                <a:latin typeface="Georgia"/>
              </a:rPr>
              <a:t>Stratégie Q3 2025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  <p:transition spd="med" dur="607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A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C2B3A"/>
                </a:solidFill>
                <a:latin typeface="Georgia"/>
              </a:rPr>
              <a:t>KPI Revenue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solidFill>
                  <a:srgbClr val="1C2B3A"/>
                </a:solidFill>
                <a:latin typeface="Trebuchet MS"/>
              </a:rPr>
              <a:t>— Chiffre d'affaires +15%</a:t>
            </a:r>
          </a:p>
          <a:p>
            <a:r>
              <a:rPr>
                <a:solidFill>
                  <a:srgbClr val="1C2B3A"/>
                </a:solidFill>
                <a:latin typeface="Trebuchet MS"/>
              </a:rPr>
              <a:t>— ROI amélioré</a:t>
            </a:r>
          </a:p>
          <a:p>
            <a:r>
              <a:rPr>
                <a:solidFill>
                  <a:srgbClr val="1C2B3A"/>
                </a:solidFill>
                <a:latin typeface="Trebuchet MS"/>
              </a:rPr>
              <a:t>— Budget optimisé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C2B3A"/>
                </a:solidFill>
                <a:latin typeface="Georgia"/>
              </a:rPr>
              <a:t>Market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solidFill>
                  <a:srgbClr val="1C2B3A"/>
                </a:solidFill>
                <a:latin typeface="Trebuchet MS"/>
              </a:rPr>
              <a:t>Croissance du marché observée sur les 3 derniers trimestres.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A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C2B3A"/>
                </a:solidFill>
                <a:latin typeface="Georgia"/>
              </a:rP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solidFill>
                  <a:srgbClr val="1C2B3A"/>
                </a:solidFill>
                <a:latin typeface="Trebuchet MS"/>
              </a:rPr>
              <a:t>— Phase 1 : Q1</a:t>
            </a:r>
          </a:p>
          <a:p>
            <a:r>
              <a:rPr>
                <a:solidFill>
                  <a:srgbClr val="1C2B3A"/>
                </a:solidFill>
                <a:latin typeface="Trebuchet MS"/>
              </a:rPr>
              <a:t>— Phase 2 : Q2</a:t>
            </a:r>
          </a:p>
          <a:p>
            <a:r>
              <a:rPr>
                <a:solidFill>
                  <a:srgbClr val="1C2B3A"/>
                </a:solidFill>
                <a:latin typeface="Trebuchet MS"/>
              </a:rPr>
              <a:t>— Phase 3 : Q3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dur="629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solidFill>
                  <a:srgbClr val="C8A84B"/>
                </a:solidFill>
                <a:latin typeface="Georgia"/>
              </a:rPr>
              <a:t>Merci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dur="673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