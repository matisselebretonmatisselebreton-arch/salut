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SYSTEME DROPSHIPPING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Segoe UI"/>
              </a:defRPr>
            </a:pPr>
            <a:r>
              <a:t>Système multi-agents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9C9C"/>
                </a:solidFill>
                <a:latin typeface="Segoe UI"/>
              </a:defRPr>
            </a:pPr>
            <a:r>
              <a:t>Recherche produit → Branding → Shopify → Vidéos Remotion → Pub TikTok/Meta → Analytics</a:t>
            </a:r>
            <a:br/>
            <a:r>
              <a:t>Automatisé de bout en bout avec Claude AI +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Guide d'utilisation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Qu'est-ce que c'est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Segoe UI"/>
              </a:defRPr>
            </a:pPr>
            <a:r>
              <a:t>Un monorepo TypeScript qui orchestre 8 agents IA pour automatiser chaque étape du dropshipping.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291840" cy="2011680"/>
          </a:xfrm>
          <a:prstGeom prst="roundRect">
            <a:avLst/>
          </a:prstGeom>
          <a:solidFill>
            <a:srgbClr val="27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291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39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Scraping AliExpress + scoring</a:t>
            </a:r>
            <a:br/>
            <a:r>
              <a:t>IA pour trouver les produits</a:t>
            </a:r>
            <a:br/>
            <a:r>
              <a:t>gagnants sur une niche.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291840" cy="2011680"/>
          </a:xfrm>
          <a:prstGeom prst="roundRect">
            <a:avLst/>
          </a:prstGeom>
          <a:solidFill>
            <a:srgbClr val="27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34639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Branding IA + boutique Shopify</a:t>
            </a:r>
            <a:br/>
            <a:r>
              <a:t>automatique + fiches produit</a:t>
            </a:r>
            <a:br/>
            <a:r>
              <a:t>+ FAQ + emails.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291840" cy="2011680"/>
          </a:xfrm>
          <a:prstGeom prst="roundRect">
            <a:avLst/>
          </a:prstGeom>
          <a:solidFill>
            <a:srgbClr val="27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194560"/>
            <a:ext cx="329184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Monétisation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34639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Vidéos pub Remotion + lancement</a:t>
            </a:r>
            <a:br/>
            <a:r>
              <a:t>campagnes Meta/TikTok + kill-</a:t>
            </a:r>
            <a:br/>
            <a:r>
              <a:t>switch automatique.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✅  8 agents IA  (Claude Sonnet + Opus)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✅  Dashboard Next.js 14 temps réel  (8 pages)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✅  Mode dry-run  (0 € de pub pour tester bout en bout)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Prérequis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2926080"/>
          </a:xfrm>
          <a:prstGeom prst="roundRect">
            <a:avLst/>
          </a:prstGeom>
          <a:solidFill>
            <a:srgbClr val="27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Node.js ≥ 20 LTS</a:t>
            </a:r>
            <a:br/>
            <a:r>
              <a:t>pnpm ≥ 9</a:t>
            </a:r>
            <a:br/>
            <a:r>
              <a:t>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2926080"/>
          </a:xfrm>
          <a:prstGeom prst="roundRect">
            <a:avLst/>
          </a:prstGeom>
          <a:solidFill>
            <a:srgbClr val="27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Comptes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Compte Anthropic (Claude API)</a:t>
            </a:r>
            <a:br/>
            <a:r>
              <a:t>Compte Supabase (base de données)</a:t>
            </a:r>
            <a:br/>
            <a:r>
              <a:t>Compte Shopify (boutique)</a:t>
            </a:r>
            <a:br/>
            <a:r>
              <a:t>Compte Pexels (b-rolls vidéo)</a:t>
            </a:r>
            <a:br/>
            <a:r>
              <a:t>Optionnel : Meta Business, TikTok Ads, ElevenLabs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📖  Guide détaillé par API :  docs/setup-apis.md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56032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Installation (5 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onsolas"/>
              </a:defRPr>
            </a:pPr>
            <a:r>
              <a:t>cd systeme-dropshipping &amp;&amp; pnpm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Installe toutes les dépendances du monorepo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onsolas"/>
              </a:defRPr>
            </a:pPr>
            <a:r>
              <a:t>pnpm run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Assistant interactif → remplit le fichier 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onsolas"/>
              </a:defRPr>
            </a:pPr>
            <a:r>
              <a:t>pnpm run db:setup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Applique le schéma SQL (11 tables) dans 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onsolas"/>
              </a:defRPr>
            </a:pPr>
            <a:r>
              <a:t>pnpm run validate-env -- --ping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40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Vérifie que chaque API répond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56032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Lancer le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Dashboard Next.js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onsolas"/>
              </a:defRPr>
            </a:pPr>
            <a:r>
              <a:t>pnpm run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Segoe UI"/>
              </a:defRPr>
            </a:pPr>
            <a:r>
              <a:t>→  http://localhost:3000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Tableau de 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KPIs globaux + dernières actions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/themes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Thèmes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Niches business avec compteurs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Candidats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Kanban approve / reject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Boutiques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Liste Shopify + lien domaine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Produits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Catalogue inter-boutiques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/creatives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Créatives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Variations vidéo + rendus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/campaigns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Campagnes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Meta/TikTok + pause/kill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onsolas"/>
              </a:defRPr>
            </a:pPr>
            <a:r>
              <a:t>/analytics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Top produits + ROAS 30j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56032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Le pipeline complet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Pipeline en 5 étapes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103120" cy="29260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workflow:research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Scrape AliExpress</a:t>
            </a:r>
            <a:br/>
            <a:r>
              <a:t>Score les produits</a:t>
            </a:r>
            <a:br/>
            <a:r>
              <a:t>Upsert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9C9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280160"/>
            <a:ext cx="2103120" cy="29260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Consolas"/>
              </a:defRPr>
            </a:pPr>
            <a:r>
              <a:t>workflow:build-store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688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Branding IA</a:t>
            </a:r>
            <a:br/>
            <a:r>
              <a:t>Boutique Shopify</a:t>
            </a:r>
            <a:br/>
            <a:r>
              <a:t>Fiches 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9C9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80160"/>
            <a:ext cx="2103120" cy="29260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Créatives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onsolas"/>
              </a:defRPr>
            </a:pPr>
            <a:r>
              <a:t>workflow:creatives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688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Hooks Claude</a:t>
            </a:r>
            <a:br/>
            <a:r>
              <a:t>Vidéos Remotion</a:t>
            </a:r>
            <a:br/>
            <a:r>
              <a:t>3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9C9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280160"/>
            <a:ext cx="2103120" cy="29260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Lancement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Consolas"/>
              </a:defRPr>
            </a:pPr>
            <a:r>
              <a:t>workflow:launch-ads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4688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Campagnes Meta</a:t>
            </a:r>
            <a:br/>
            <a:r>
              <a:t>et/ou TikTok</a:t>
            </a:r>
            <a:br/>
            <a:r>
              <a:t>Dry-run par défaut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9C9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280160"/>
            <a:ext cx="2103120" cy="29260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Analyse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72B6"/>
                </a:solidFill>
                <a:latin typeface="Consolas"/>
              </a:defRPr>
            </a:pPr>
            <a:r>
              <a:t>workflow:analyze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4688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Pull métriques</a:t>
            </a:r>
            <a:br/>
            <a:r>
              <a:t>Calcul ROAS/CPA</a:t>
            </a:r>
            <a:br/>
            <a:r>
              <a:t>Kill-switch 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onsolas"/>
              </a:defRPr>
            </a:pPr>
            <a:r>
              <a:t>Tout-en-un :  pnpm run workflow:full -- --theme-id=&lt;uuid&gt;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L'orchestrator enchaîne les 5 étapes avec pause humaine entre recherche et construction.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Les 8 agents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product-research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Recherche produits gagnants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Sonnet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branding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Identité visuelle +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BBF24"/>
                </a:solidFill>
                <a:latin typeface="Segoe UI"/>
              </a:defRPr>
            </a:pPr>
            <a:r>
              <a:t>Opus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79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shopify-builder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Push produits sur Shopify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Sonnet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copywriter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Titres, descriptions, FAQ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4406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Sonnet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80160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4173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creative-generator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Variations vidéo +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600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BBF24"/>
                </a:solidFill>
                <a:latin typeface="Segoe UI"/>
              </a:defRPr>
            </a:pPr>
            <a:r>
              <a:t>Opus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560320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97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ads-launcher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63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Crée campagnes Meta/TikTok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Sonnet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79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43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Pull métriques + kill-switch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160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Sonnet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120640"/>
            <a:ext cx="5303520" cy="10972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onsolas"/>
              </a:defRPr>
            </a:pPr>
            <a:r>
              <a:t>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623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Coordonne le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4406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9C9C"/>
                </a:solidFill>
                <a:latin typeface="Segoe UI"/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Mode Dry-Run (0 € de pub)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Segoe UI"/>
              </a:defRPr>
            </a:pPr>
            <a:r>
              <a:t>Par défaut DRY_RUN=true dans .env → tout le pipeline fonctionne sauf les vraies dépenses pub.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9C"/>
                </a:solidFill>
                <a:latin typeface="Segoe UI"/>
              </a:defRPr>
            </a:pPr>
            <a:r>
              <a:t>Appelé normalement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9C"/>
                </a:solidFill>
                <a:latin typeface="Segoe UI"/>
              </a:defRPr>
            </a:pPr>
            <a:r>
              <a:t>Écritures réelles en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Shopify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9C"/>
                </a:solidFill>
                <a:latin typeface="Segoe UI"/>
              </a:defRPr>
            </a:pPr>
            <a:r>
              <a:t>Push produits réels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Pexels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9C"/>
                </a:solidFill>
                <a:latin typeface="Segoe UI"/>
              </a:defRPr>
            </a:pPr>
            <a:r>
              <a:t>Appelé normalement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Meta / 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9C"/>
                </a:solidFill>
                <a:latin typeface="Segoe UI"/>
              </a:defRPr>
            </a:pPr>
            <a:r>
              <a:t>IDs synthétiques, 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⏭️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ElevenLabs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9C"/>
                </a:solidFill>
                <a:latin typeface="Segoe UI"/>
              </a:defRPr>
            </a:pPr>
            <a:r>
              <a:t>Skipé (voix off)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Pour passer en réel : DRY_RUN=false dans .env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Commandes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4754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435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43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Configuration interactive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698480" cy="475488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validate-env -- --ping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739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Test de toutes les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9424"/>
            <a:ext cx="10698480" cy="4754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04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Lance le dashboard (port 3000)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79776"/>
            <a:ext cx="10698480" cy="475488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db:setup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Applique le schéma Supabase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10128"/>
            <a:ext cx="10698480" cy="4754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649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workflow:full -- --theme-id=&lt;uuid&gt;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364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Pipeline complet sur une niche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10698480" cy="475488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953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workflow:research -- --theme-id=&lt;uuid&gt;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953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Recherche produit seule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70831"/>
            <a:ext cx="10698480" cy="4754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2569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workflow:build-store -- --theme-id=&lt;uuid&gt;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25695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Branding + Shopify + copy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01183"/>
            <a:ext cx="10698480" cy="475488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workflow:generate-creatives -- --store-id=&lt;uuid&gt;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95604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Génération vidéos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431536"/>
            <a:ext cx="10698480" cy="4754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863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workflow:launch-ads -- --store-id=&lt;uuid&gt;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4863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Lancement campagnes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961888"/>
            <a:ext cx="10698480" cy="475488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016751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pnpm run workflow:analyze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01675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Pull métriques + kill-switch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Coûts estimés par niche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9C9C"/>
                </a:solidFill>
                <a:latin typeface="Segoe UI"/>
              </a:defRPr>
            </a:pPr>
            <a:r>
              <a:t>Estimation MVP avec DRY_RUN=true (hors pub réelle)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Coût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Détail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Anthropic (research)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0,30 €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~100K tokens Sonnet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Anthropic (branding)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072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0,80 €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Opus, 1 prompt long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Anthropic (copy × 10 produits)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826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0,50 €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826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Sonnet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Anthropic (hooks × 30 var.)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581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0,40 €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Opus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ElevenLabs (voix off)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336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0,20 €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233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~5K caractères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Pexels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Gratuit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846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84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184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Free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01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Shopify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601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1 €/mois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660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Segoe UI"/>
              </a:defRPr>
            </a:pPr>
            <a:r>
              <a:t>Plan Starter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TOTAL / niche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1264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~2,20 €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126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Hors pub Meta/TikTok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 cas de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Port 3000 occupé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pnpm --filter @dropship/dashboard dev -- -p 3001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Tableaux vides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103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Vérifier SUPABASE_SERVICE_ROLE_KEY (pas ANON_KEY)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relation "themes" n'existe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pnpm run db:setup  (schéma pas appliqué)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401 sur Shopify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3832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Token expiré → régénérer dans l'app custom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429 rate limit Anthropic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023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Réduire --max ou upgrade de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Meta permission 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Vérif business pas terminée (1–5 jours)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TikTok app not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30351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Délai 2–6 semaines, utiliser DRY_RUN=true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ffmpeg not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943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Segoe UI"/>
              </a:defRPr>
            </a:pPr>
            <a:r>
              <a:t>Relancer : Remotion télécharge auto au 1er rendu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Segoe UI"/>
              </a:defRPr>
            </a:pPr>
            <a:r>
              <a:t>📖  Détails complets : TROUBLESHOOTING.md  (14 sections)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Prêt à lancer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2C55E"/>
                </a:solidFill>
                <a:latin typeface="Consolas"/>
              </a:defRPr>
            </a:pPr>
            <a:r>
              <a:t>cd systeme-dropshipping</a:t>
            </a:r>
            <a:br/>
            <a:r>
              <a:t>pnpm install &amp;&amp; pnpm run setup &amp;&amp; pnpm run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C9C"/>
                </a:solidFill>
                <a:latin typeface="Segoe UI"/>
              </a:defRPr>
            </a:pPr>
            <a:r>
              <a:t>Documentation :  docs/setup-apis.md  •  docs/workflow.md  •  docs/agents.md  •  TROUBLESHOOTING.md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